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126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07-May-26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LAND SALES ACCOUNTING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>
                <a:solidFill>
                  <a:srgbClr val="F0F0F0"/>
                </a:solidFill>
              </a:rPr>
              <a:t>Database Systems Project Presentation</a:t>
            </a:r>
            <a:r>
              <a:rPr sz="1800" dirty="0">
                <a:solidFill>
                  <a:srgbClr val="F0F0F0"/>
                </a:solidFill>
              </a:rPr>
              <a:t>
Presented By:
</a:t>
            </a:r>
            <a:r>
              <a:rPr lang="en-US" sz="1800" dirty="0" smtClean="0">
                <a:solidFill>
                  <a:srgbClr val="F0F0F0"/>
                </a:solidFill>
              </a:rPr>
              <a:t>ALLAN AHABWE</a:t>
            </a:r>
          </a:p>
          <a:p>
            <a:endParaRPr lang="en-US" dirty="0">
              <a:solidFill>
                <a:srgbClr val="F0F0F0"/>
              </a:solidFill>
            </a:endParaRPr>
          </a:p>
          <a:p>
            <a:r>
              <a:rPr lang="en-US" sz="1800" dirty="0" smtClean="0">
                <a:solidFill>
                  <a:srgbClr val="F0F0F0"/>
                </a:solidFill>
              </a:rPr>
              <a:t>Lecturer:</a:t>
            </a:r>
          </a:p>
          <a:p>
            <a:r>
              <a:rPr lang="en-US" dirty="0" smtClean="0">
                <a:solidFill>
                  <a:srgbClr val="F0F0F0"/>
                </a:solidFill>
              </a:rPr>
              <a:t>Dr. KENNETH BAGUMA</a:t>
            </a:r>
            <a:r>
              <a:rPr sz="1800" dirty="0">
                <a:solidFill>
                  <a:srgbClr val="F0F0F0"/>
                </a:solidFill>
              </a:rPr>
              <a:t>
Bachelor of </a:t>
            </a:r>
            <a:r>
              <a:rPr lang="en-US" sz="1800" dirty="0" smtClean="0">
                <a:solidFill>
                  <a:srgbClr val="F0F0F0"/>
                </a:solidFill>
              </a:rPr>
              <a:t>Science in </a:t>
            </a:r>
            <a:r>
              <a:rPr sz="1800" dirty="0" smtClean="0">
                <a:solidFill>
                  <a:srgbClr val="F0F0F0"/>
                </a:solidFill>
              </a:rPr>
              <a:t>Computer </a:t>
            </a:r>
            <a:r>
              <a:rPr sz="1800" dirty="0">
                <a:solidFill>
                  <a:srgbClr val="F0F0F0"/>
                </a:solidFill>
              </a:rPr>
              <a:t>Science
</a:t>
            </a:r>
            <a:r>
              <a:rPr lang="en-US" sz="1800" dirty="0" smtClean="0">
                <a:solidFill>
                  <a:srgbClr val="F0F0F0"/>
                </a:solidFill>
              </a:rPr>
              <a:t>Mbarara University of Science &amp; Technology</a:t>
            </a:r>
            <a:r>
              <a:rPr sz="1800" dirty="0">
                <a:solidFill>
                  <a:srgbClr val="F0F0F0"/>
                </a:solidFill>
              </a:rPr>
              <a:t>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The project is a database-driven accounting system for land-selling organizations.
• The system manages:
   - Sales transactions
   - Payments
   - Commissions
   - Salaries
   - Expenses
• Technologies used:
   - MySQL
   - PHP
   - HTML
   - CSS
   - XAMPP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Many land-selling organizations still rely on manual methods for managing sales and financial records.
This leads to:
• Data redundancy
• Poor payment tracking
• Difficulty managing commissions
• Slow report generation
• Increased chances of human error
The system was developed to solve these challenges using a relational database approach.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• To develop a relational database system for land sales accounting
• To manage sales and payment records efficiently
• To automate commission calculation
• To improve data organization and reporting
• To provide a user-friendly interface for non-technical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System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Main entities implemented:
• Sales
• Payments
• Commissions
• Salaries
• Expenses
• Settings
Key relationships:
• Sales → Payments (1:M)
• Sales → Commissions (1:1)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Entity 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Insert your ERD screenshot here.
The ERD shows:
• Entities
• Attributes
• Primary Keys
• Foreign Keys
•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Database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The database was implemented using MySQL in the XAMPP environment.
Implemented features include:
• Relational tables
• Primary and foreign keys
• Automated commission calculation
• Payment tracking
• Admin authentication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03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The system interface was developed using PHP, HTML, and CSS.
Features include:
• Admin dashboard
• Add Sale form
• Record Payment form
• View pages
• Search functionality
• Color-coded statuses
• Commission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Sample Queries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Sample SQL queries were executed to test the system.
Examples:
• Retrieve all sales
• Calculate total payments
• Retrieve pending commissions
• Retrieve fully paid sales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C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98DB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0F0F0"/>
                </a:solidFill>
              </a:rPr>
              <a:t>The Land Sales Accounting System successfully demonstrates the application of database concepts in solving real-world accounting and financial management problems.
The project improved understanding of:
• Relational database design
• SQL implementation
• User interface development
• Database integration using PHP and MySQL
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130</Words>
  <Application>Microsoft Office PowerPoint</Application>
  <PresentationFormat>On-screen Show (4:3)</PresentationFormat>
  <Paragraphs>23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WH COMPUTERS</cp:lastModifiedBy>
  <cp:revision>3</cp:revision>
  <dcterms:created xsi:type="dcterms:W3CDTF">2013-01-27T09:14:16Z</dcterms:created>
  <dcterms:modified xsi:type="dcterms:W3CDTF">2026-05-07T00:46:19Z</dcterms:modified>
  <cp:category/>
</cp:coreProperties>
</file>